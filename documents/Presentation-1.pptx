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gu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1BFA2E-8A94-4F7B-B89C-B935261825C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gu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49122-5B3E-46D7-88DF-4A6E0C399539}" type="datetimeFigureOut">
              <a:rPr lang="gu-IN" smtClean="0"/>
              <a:t>01-05-26</a:t>
            </a:fld>
            <a:endParaRPr lang="gu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gu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gu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D1AAC-865A-4D8B-A5F6-67CFB1410C19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847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6975-688E-4155-5252-C4AF226D0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EBC97-ED66-503D-027E-B94D8BE4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AEE6-703C-D666-A87A-4E6BC467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01AB-D1ED-4D26-8DF6-DA51406BF7F7}" type="datetime1">
              <a:rPr lang="gu-IN" smtClean="0"/>
              <a:t>01-05-26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19EB-7CCF-009F-4D78-F52030C6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A592-AB81-210D-ECF6-67C70E5F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75700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5DA3-70B0-E928-0F14-79383B93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8D1E-4DA8-5015-E778-67A7A8D3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E2A13-E1D7-1A63-8329-62CD6FFE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B614-61C2-4055-9C06-B48C0071E54D}" type="datetime1">
              <a:rPr lang="gu-IN" smtClean="0"/>
              <a:t>01-05-26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FD5B2-34EE-3585-9A39-F14E4F59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6F450-34BB-99CA-E148-5E75FE14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20191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7E0F-F432-0993-BE8E-451AB00B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90B3-7F59-EBC3-3FD7-7625EEAEB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3114E-FBC1-5871-D979-03DA9F11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A5429-D273-4622-9956-1B038DA8CC78}" type="datetime1">
              <a:rPr lang="gu-IN" smtClean="0"/>
              <a:t>01-05-26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F2622-EF01-1A0F-134F-1CF5BF13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853C-85E7-B0E2-B0EE-6FFB8B24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9952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FB08-2976-ECBE-E1F8-D2B518F4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FB5B6-8CF6-B7CE-4D57-A04CBD586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CA043-303F-F60D-D4C9-E7F4F0CD9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A63B1-5CB7-C9DD-B962-67EDF0448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2CBE6-E2D6-43D7-9C0E-035136A6F097}" type="datetime1">
              <a:rPr lang="gu-IN" smtClean="0"/>
              <a:t>01-05-26</a:t>
            </a:fld>
            <a:endParaRPr lang="gu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E695D-9A86-592A-772E-417D6B21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0C5D3-7966-A8D4-2ECE-D758F769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1002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BC73-C37E-E7A0-32A3-4F9D4035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01A19-0B9D-6FD5-FAD7-A7717CF7A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D599D-D40E-87D3-B7C7-0B092504D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9AFB0F-C570-CFFC-0C8B-79F8FCAF0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482F3-8C40-072B-DC18-1BE1A8EBB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496F5-09F9-0F72-38B1-A2884033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000C-9E58-4598-918C-05BE8F286DE9}" type="datetime1">
              <a:rPr lang="gu-IN" smtClean="0"/>
              <a:t>01-05-26</a:t>
            </a:fld>
            <a:endParaRPr lang="gu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779977-3B4C-9B5D-0602-D50B7A2A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BE619-85AD-CA2C-1845-7CFF6168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15864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F4A-6019-E673-541C-618B3BCA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48CA6-E8DB-1BCB-9688-96F07FDC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6C5A-8DD2-49C6-A634-2ECA94FB85AB}" type="datetime1">
              <a:rPr lang="gu-IN" smtClean="0"/>
              <a:t>01-05-26</a:t>
            </a:fld>
            <a:endParaRPr lang="gu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F26FA-9F21-CF6F-8CCA-D0AF9665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6DF37-5E2D-267F-53EE-6F87FB86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40810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28E74-84A4-C6EA-B6EA-1B465A34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BCE-9F5A-43F7-AE72-F6FADD6A1BB6}" type="datetime1">
              <a:rPr lang="gu-IN" smtClean="0"/>
              <a:t>01-05-26</a:t>
            </a:fld>
            <a:endParaRPr lang="gu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6A01B-81DA-D7C2-1346-6CB25F4E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BE8B0-5497-2FC6-F466-60A74548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48664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0380-DD5F-3BE1-EEED-B7C7B078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3E99-CE5F-4963-4214-16427CC81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70216-1557-77A9-29C7-A349FEB0E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81AC6-E883-0E65-3E78-9AC464B5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B065-F016-4585-8DF8-6AB802053FED}" type="datetime1">
              <a:rPr lang="gu-IN" smtClean="0"/>
              <a:t>01-05-26</a:t>
            </a:fld>
            <a:endParaRPr lang="gu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87AFE-6CC7-6672-2239-FBA4CACF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F477D-F7A8-2FDE-1FBD-97767307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4900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2053-C234-6D82-E164-6FD62AA4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D24B7C-9A4A-D8E3-02F6-761A79AAA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u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C6809-15F7-4A21-3388-E2778DBA4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D30A1-CB3A-B57D-16B5-C63CEBEE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E017-4797-4E82-B477-5D61EEC095E6}" type="datetime1">
              <a:rPr lang="gu-IN" smtClean="0"/>
              <a:t>01-05-26</a:t>
            </a:fld>
            <a:endParaRPr lang="gu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457CC-2143-F00D-20F3-87F56A6F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A5C31-5236-A7F1-6FFE-2C6645FA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3028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A37A-7783-9B09-5935-9105F49F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724E4-0572-9C3F-F230-E44E76D8B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1AFA6-4B4D-0F36-C003-EA480E1C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DC65-D5AC-4E23-992E-E506D99377A5}" type="datetime1">
              <a:rPr lang="gu-IN" smtClean="0"/>
              <a:t>01-05-26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811B9-575B-D4E7-F0C8-7B8195B2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16BCB-EAA9-5A2D-D715-A7066FE3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222536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5FE435-9C52-F537-F9A1-10D22631E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C446-81CE-249B-A1B3-8C3D798C5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56A57-FC37-9A5E-3A84-A0F2C1C3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BEBE6-834A-47B9-9859-7050070988AF}" type="datetime1">
              <a:rPr lang="gu-IN" smtClean="0"/>
              <a:t>01-05-26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9196-C68F-1A8D-C161-4F941E63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3490E-65A5-F64A-49FA-38B9E202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97831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E9752-20C9-629D-3686-C9A26E1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3E42-B167-1B18-9659-394C2CD0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29C0A-2FCC-BF69-BA7B-46D2E1F1F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D26A1-E9F8-435F-9CA1-79C9D30855F8}" type="datetime1">
              <a:rPr lang="gu-IN" smtClean="0"/>
              <a:t>01-05-26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6FB6-803C-E511-A17A-95C4ED727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552ED-6559-773C-5472-147673447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78703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gu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3F312-9866-4E93-B251-F4B667189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FF3300"/>
                </a:solidFill>
              </a:rPr>
              <a:t>HEALTHCARE APPOINTMENT SYSTEM </a:t>
            </a:r>
            <a:endParaRPr lang="gu-IN" b="1" u="sng" dirty="0">
              <a:solidFill>
                <a:srgbClr val="FF33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28F7DE-6B35-944A-7B56-6E0FCA7EF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0902"/>
            <a:ext cx="9144000" cy="773318"/>
          </a:xfrm>
        </p:spPr>
        <p:txBody>
          <a:bodyPr>
            <a:normAutofit fontScale="92500"/>
          </a:bodyPr>
          <a:lstStyle/>
          <a:p>
            <a:r>
              <a:rPr lang="en-US" b="1" u="sng" dirty="0"/>
              <a:t>GUIDE</a:t>
            </a:r>
            <a:r>
              <a:rPr lang="en-US" dirty="0"/>
              <a:t>  :  KIRTAN SIR RADHOD                              </a:t>
            </a:r>
            <a:r>
              <a:rPr lang="en-US" b="1" u="sng" dirty="0"/>
              <a:t>NAME</a:t>
            </a:r>
            <a:r>
              <a:rPr lang="en-US" dirty="0"/>
              <a:t>  :  VIVEK NAGARIYA </a:t>
            </a:r>
            <a:br>
              <a:rPr lang="en-US" dirty="0"/>
            </a:br>
            <a:r>
              <a:rPr lang="en-US" dirty="0"/>
              <a:t>                                                                                </a:t>
            </a:r>
            <a:r>
              <a:rPr lang="en-US" b="1" u="sng" dirty="0"/>
              <a:t>IU. NO  </a:t>
            </a:r>
            <a:r>
              <a:rPr lang="en-US" dirty="0"/>
              <a:t>:  IU2453000011</a:t>
            </a:r>
            <a:endParaRPr lang="gu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9413-B090-C417-8F63-B9D2FE93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1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230420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173-9658-EA32-8ECB-08936E6C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:</a:t>
            </a:r>
            <a:endParaRPr lang="gu-IN" dirty="0">
              <a:latin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3AA0DE-988F-2B71-A24B-A70546FF0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968643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857739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553463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05773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 NO.</a:t>
                      </a:r>
                      <a:endParaRPr lang="gu-IN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gu-IN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NO.</a:t>
                      </a:r>
                      <a:endParaRPr lang="gu-IN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25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OF SYSTEM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3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25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MODULES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5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2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AND TECHNOLOGY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9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41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(NEED OF SYSTEM)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10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48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FLOW DIAGRAM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11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6325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D224B-71FB-7EB8-FA77-FBA45557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2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97631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58EFBB-6443-664C-5B10-BEBA9FEE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SYSTEM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140CF-77E6-D31E-A3B0-AAE6C19D6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features a robust login system for all three types of users (Admin, Doctor, Patient), with dashboards that adapt to roles.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update their medical history and personal details themselves, while doctors manage their specialization and fee structure.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see doctors' availability live, eliminating the possibility of double-booking.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have complete control over whether to approve or cancel pending appointments based on their schedule.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medical records and past consultation history are stored , allowing both patients and doctors to work paper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video calling and messaging features, allowing for doctor advice (suggestions) even in remote areas.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67873-D939-1E93-E86D-F1961D7C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3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67087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49AB-28BD-B294-6D4A-C5594938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SYSTEM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6F89-508C-7480-A541-7834D9334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soon as the administrator or doctor takes action, the patient receives an immediate status update (Approved/Cancelled) on the dashboard.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perform system health checks, onboard new doctors, and handle user complaints.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has the power to update the platform's generic information and content without changing the code.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MongoDB, we've ensured fast retrieval of complex medical data and prevent database crashes.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gu-IN" sz="2000" dirty="0">
              <a:latin typeface="Times New Roman" panose="02020603050405020304" pitchFamily="18" charset="0"/>
            </a:endParaRP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FBFFE-044D-F7A5-E504-C1E1ACBD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4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0112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BF23-5C28-17B9-0094-0FB036F0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3EE01-80C6-CAEB-ED6B-ECD32A4F0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298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3 types of module are available 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Patient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Doctor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Admin Module</a:t>
            </a:r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A8038-3CD6-B2DF-40CF-734198F6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5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88805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685B-A6EB-8254-1CA7-1C13B1DA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C1C4-66FB-A37B-F167-546E828F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594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 and profile management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view available doctors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Book, reschedule, and cancel appointments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prescription and medical reports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with doctors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consultation with doctors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for consultations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history tracking</a:t>
            </a: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DAF05-0EA5-B13B-723C-BA42A104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6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50961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20C5-5135-90B9-99C7-49FC11FC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1D52-EAF8-7133-DEB2-2A0E2F7F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59098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registration and profile management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manage daily appointments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appointment requests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patient medical history and reports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and video consultation with patients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prescriptions and medical suggestions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daily and monthly earnings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availability schedule</a:t>
            </a: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5EECC-279B-F58E-D8DF-5E2F0F11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7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76495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C95F-D5D7-E4C9-8A0A-7F92818D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BAFF-33D8-A398-90A6-5AF3CD5D8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62685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doctor and patient accounts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and approve doctor registrations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all appointments and consultations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system-wide payments and commissions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analytics and system usage reports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complaints and system monitoring</a:t>
            </a: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CB446-C539-F770-C4AF-0CCF408A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8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36867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F4E6-447C-15AC-F9A5-F5C2488D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43FE7-96E7-3EEC-0F7C-65E5FF56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28"/>
            <a:ext cx="10515600" cy="4329369"/>
          </a:xfrm>
        </p:spPr>
        <p:txBody>
          <a:bodyPr numCol="3">
            <a:norm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 is used to build responsive and dynamic UI.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, CSS and JS are used to structure , style and logic.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is used for API communication between frontend and backend.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used to handle server side logic.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JS is used to create RESTFUL API and manage HTTP request.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 DB is used to store all detail 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is used for database design and data validation.</a:t>
            </a:r>
            <a:endParaRPr lang="gu-IN" sz="2400" dirty="0">
              <a:latin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0404D-EAE1-0AC4-121B-3EE37F0C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9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57019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9043-7CAD-6249-5D60-87ECAD0F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268748"/>
            <a:ext cx="10515600" cy="824578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(NEED OF SYSTEM)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D050-2F24-0E73-B2A5-BC52E6946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8"/>
            <a:ext cx="10515600" cy="51445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appointment booking leads to long waiting times and scheduling conflicts.</a:t>
            </a:r>
          </a:p>
          <a:p>
            <a:r>
              <a:rPr lang="gu-IN" altLang="gu-IN" dirty="0" err="1">
                <a:latin typeface="Times New Roman" panose="02020603050405020304" pitchFamily="18" charset="0"/>
              </a:rPr>
              <a:t>Patients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face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difficulty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in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finding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the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right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doctor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and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booking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appointments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quickly</a:t>
            </a:r>
            <a:r>
              <a:rPr lang="gu-IN" altLang="gu-I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gu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lack a centralized platform to manage appointment , patient records and consultations.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visits are not always possible, creating the need for online consultation and video calls.</a:t>
            </a:r>
          </a:p>
          <a:p>
            <a:r>
              <a:rPr lang="en-US" altLang="gu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communication causes delays in treatments and follow-ups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keeping increases the risk of data loss and errors.</a:t>
            </a:r>
            <a:endParaRPr lang="en-US" altLang="gu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gu-IN" altLang="gu-IN" dirty="0">
              <a:latin typeface="Arial" panose="020B0604020202020204" pitchFamily="34" charset="0"/>
            </a:endParaRPr>
          </a:p>
          <a:p>
            <a:endParaRPr lang="gu-IN" altLang="gu-IN" dirty="0"/>
          </a:p>
          <a:p>
            <a:endParaRPr lang="gu-IN" altLang="gu-IN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EC5F59-B3C6-CFAE-11DF-D825BD97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10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14549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E923-07ED-6D24-770E-C75FA22E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017FA-2E25-5901-3EF3-A64E332B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11</a:t>
            </a:fld>
            <a:endParaRPr lang="gu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0BCA03-38E8-54BF-A57E-659A98E68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543" y="1451998"/>
            <a:ext cx="10068232" cy="476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6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583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HEALTHCARE APPOINTMENT SYSTEM </vt:lpstr>
      <vt:lpstr>INDEX :</vt:lpstr>
      <vt:lpstr>SCOPE OF SYSTEM :</vt:lpstr>
      <vt:lpstr>SCOPE OF SYSTEM :</vt:lpstr>
      <vt:lpstr>MODULES :</vt:lpstr>
      <vt:lpstr>MODULES :</vt:lpstr>
      <vt:lpstr>MODULES :</vt:lpstr>
      <vt:lpstr>MODULES :</vt:lpstr>
      <vt:lpstr>TOOLS &amp; TECHNOLOGY :</vt:lpstr>
      <vt:lpstr>ANALYSIS (NEED OF SYSTEM) :</vt:lpstr>
      <vt:lpstr>SYSTEM FLOW DIAGRAM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NAGARIYA</dc:creator>
  <cp:lastModifiedBy>VIVEK NAGARIYA</cp:lastModifiedBy>
  <cp:revision>5</cp:revision>
  <dcterms:created xsi:type="dcterms:W3CDTF">2026-02-10T19:31:28Z</dcterms:created>
  <dcterms:modified xsi:type="dcterms:W3CDTF">2026-05-01T15:02:01Z</dcterms:modified>
</cp:coreProperties>
</file>